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94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goal of the week: read packets and Windows logs so Week 3 (Snort and endpoint work)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network adapters per VM. Shared folder used to save PCAP and Nmap files straight into the submission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screenshots in order. Explain why the DNS query got an unreachable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scan saved with -oN and -oX in the Captures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</a:rPr>
              <a:t>DG Interns Hub | Week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 Traffic Analysis, Nmap and Windows Logging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[Manahil Shahzadi]  |  SOC / Cyber Security Internship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Kali Linux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Attacker / analyst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Wireshark 4.6.6, Nmap 7.99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192.168.56.102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Ubuntu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Apache 2.4.66 web server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Target VM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192.168.56.101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Windows 11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Host laptop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Event Viewer + PowerShell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192.168.56.1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</a:rPr>
              <a:t>VirtualBox: Adapter 1 = NAT (internet), Adapter 2 = Host-only (192.168.56.0/24). Ping Kali to Ubuntu: 4 sent, 4 received, 0% loss.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Capturing Traffic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ICMP: 4 echo requests and 4 echo replies (Kali to Ubuntu)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SYN, SYN-ACK, ACK on port 80 (frames 462 to 464)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GET / HTTP/1.1 from curl, answered by 200 OK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query for google.com sent to Ubuntu, ICMP port unreachable came back (no DNS server there)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Findings/01 to 04 and Captures/Task1_capture.pcapng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 and Teardown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SYN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Kali asks to connect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6459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SYN, ACK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Ubuntu agrees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6459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Connection open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6459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GET / 200 OK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Data exchanged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6459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FIN, ACK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Both sides close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</a:rPr>
              <a:t>A normal session is a clean sequence. Anything that breaks this pattern (many SYNs, no ACKs, floods of RST) deserves a closer look.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Nmap Scans on the Lab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Scan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-sn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 hosts up in 10.02 s (.1, .100, .101, .102)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-sV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80/tcp open, Apache httpd 2.4.66 (Ubuntu), 999 closed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-O / -A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OS guess, versions, scripts, traceroute (noisiest)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-sS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Half-open SYN scan, port 80 open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Windows host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-sS -sV scan of 192.168.56.1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Port Scan Looks Like in Wireshark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tcp.flags.syn==1 &amp;&amp; tcp.flags.ack==0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(192.168.56.102) to one target (192.168.56.101)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port, a different destination port in every packet (25, 80, 587, 21, 443, 8080, 3389 ...)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 with Seq=0, within a fraction of a second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 answers SYN-ACK, closed port answers RST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Snort will detect in Week 3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Windows Events I Generated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4625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Failed net use (fakeuser)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4624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Successful logon, Logon Type 3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4720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net user labuser /add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4732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Added to Administrators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7045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sc.exe create / delete DummySvc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System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1102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wevtutil cl Security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PowerShell Hunting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$ev = Get-WinEvent -FilterHashtable @{LogName='Security'; Id=4625}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$ev | Select TimeCreated, Id, @{n='Account';e={$_.Properties[5].Value}} | Export-Csv failed_logons_4625.csv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Import-Csv failed_logons_4625.csv | Group-Object Account | Sort-Object Count -Descending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</a:rPr>
              <a:t>Failures counted per account: the account with the most 4625 events (fakeuser) stands out. That is how brute force or password spraying is spotted.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Network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TCP flags tell the story. Display filters make one conversation visible in thousands of packets.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Nmap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-sn finds hosts, -sS is fast, -sV names services, -A is the loudest.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4625, 4624, 4720, 4732 in order is a compromise story. 1102 is someone hiding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EA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Baseline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Knowing normal makes abnormal obvious. This is the core SOC skill.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Next: Week 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</a:rPr>
              <a:t>Use Snort to detect the SYN-scan pattern captured this week, and correlate endpoint logs with network data.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738</Words>
  <Application>Microsoft Office PowerPoint</Application>
  <PresentationFormat>On-screen Show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Network Traffic Analysis, Nmap and Windows Logging</dc:title>
  <dc:subject>PptxGenJS Presentation</dc:subject>
  <dc:creator>DG Interns Hub</dc:creator>
  <cp:lastModifiedBy>Manahil Shahzadi</cp:lastModifiedBy>
  <cp:revision>2</cp:revision>
  <dcterms:created xsi:type="dcterms:W3CDTF">2026-10-28T18:37:44Z</dcterms:created>
  <dcterms:modified xsi:type="dcterms:W3CDTF">2026-10-28T18:46:21Z</dcterms:modified>
</cp:coreProperties>
</file>